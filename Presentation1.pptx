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54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6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1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0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4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85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5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9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77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8719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82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3399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28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72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4FCA453-F808-4F91-A6F3-E250F0E4299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4B7F8A3-AA2D-4F16-A945-192618EED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4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2000">
              <a:schemeClr val="bg2">
                <a:lumMod val="20000"/>
                <a:lumOff val="80000"/>
              </a:schemeClr>
            </a:gs>
            <a:gs pos="21000">
              <a:schemeClr val="bg2">
                <a:tint val="97000"/>
                <a:hueMod val="92000"/>
                <a:satMod val="169000"/>
                <a:lumMod val="164000"/>
              </a:schemeClr>
            </a:gs>
            <a:gs pos="52000">
              <a:schemeClr val="bg2">
                <a:shade val="96000"/>
                <a:satMod val="120000"/>
                <a:lumMod val="90000"/>
              </a:schemeClr>
            </a:gs>
            <a:gs pos="94000">
              <a:schemeClr val="bg2">
                <a:lumMod val="20000"/>
                <a:lumOff val="8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FD3E0-D46B-4501-B2A5-5C53740852CE}"/>
              </a:ext>
            </a:extLst>
          </p:cNvPr>
          <p:cNvSpPr/>
          <p:nvPr/>
        </p:nvSpPr>
        <p:spPr>
          <a:xfrm>
            <a:off x="4652682" y="2330822"/>
            <a:ext cx="7539318" cy="1640541"/>
          </a:xfrm>
          <a:prstGeom prst="roundRect">
            <a:avLst>
              <a:gd name="adj" fmla="val 7377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3C2F84-DE62-41B3-85BC-8C6A351D54A9}"/>
              </a:ext>
            </a:extLst>
          </p:cNvPr>
          <p:cNvSpPr/>
          <p:nvPr/>
        </p:nvSpPr>
        <p:spPr>
          <a:xfrm>
            <a:off x="-26910" y="2330822"/>
            <a:ext cx="4437546" cy="1640541"/>
          </a:xfrm>
          <a:prstGeom prst="roundRect">
            <a:avLst>
              <a:gd name="adj" fmla="val 7377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870241-255D-4700-8354-41DA426F4941}"/>
              </a:ext>
            </a:extLst>
          </p:cNvPr>
          <p:cNvSpPr/>
          <p:nvPr/>
        </p:nvSpPr>
        <p:spPr>
          <a:xfrm>
            <a:off x="-16359" y="582706"/>
            <a:ext cx="8613511" cy="1559860"/>
          </a:xfrm>
          <a:prstGeom prst="roundRect">
            <a:avLst>
              <a:gd name="adj" fmla="val 7377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F68CB3-8A02-4B23-899E-7056EE903C44}"/>
              </a:ext>
            </a:extLst>
          </p:cNvPr>
          <p:cNvSpPr/>
          <p:nvPr/>
        </p:nvSpPr>
        <p:spPr>
          <a:xfrm>
            <a:off x="8785412" y="582706"/>
            <a:ext cx="3406588" cy="1559860"/>
          </a:xfrm>
          <a:prstGeom prst="roundRect">
            <a:avLst>
              <a:gd name="adj" fmla="val 7377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C9BE4E-5170-4D6A-8C44-B7E647942E7C}"/>
              </a:ext>
            </a:extLst>
          </p:cNvPr>
          <p:cNvSpPr/>
          <p:nvPr/>
        </p:nvSpPr>
        <p:spPr>
          <a:xfrm>
            <a:off x="0" y="0"/>
            <a:ext cx="3747247" cy="421341"/>
          </a:xfrm>
          <a:prstGeom prst="roundRect">
            <a:avLst>
              <a:gd name="adj" fmla="val 22271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5919CE-99D2-4527-870A-A7D6B505F947}"/>
              </a:ext>
            </a:extLst>
          </p:cNvPr>
          <p:cNvSpPr/>
          <p:nvPr/>
        </p:nvSpPr>
        <p:spPr>
          <a:xfrm>
            <a:off x="708212" y="4150657"/>
            <a:ext cx="10766612" cy="1945341"/>
          </a:xfrm>
          <a:prstGeom prst="roundRect">
            <a:avLst>
              <a:gd name="adj" fmla="val 7377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C6A44A-0ED2-4679-A809-04C3CE9A6481}"/>
              </a:ext>
            </a:extLst>
          </p:cNvPr>
          <p:cNvSpPr/>
          <p:nvPr/>
        </p:nvSpPr>
        <p:spPr>
          <a:xfrm>
            <a:off x="2132029" y="6275294"/>
            <a:ext cx="7899477" cy="582706"/>
          </a:xfrm>
          <a:prstGeom prst="roundRect">
            <a:avLst>
              <a:gd name="adj" fmla="val 18146"/>
            </a:avLst>
          </a:prstGeom>
          <a:solidFill>
            <a:srgbClr val="E6E6E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6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2000">
              <a:schemeClr val="bg2">
                <a:lumMod val="20000"/>
                <a:lumOff val="80000"/>
              </a:schemeClr>
            </a:gs>
            <a:gs pos="21000">
              <a:schemeClr val="bg2">
                <a:tint val="97000"/>
                <a:hueMod val="92000"/>
                <a:satMod val="169000"/>
                <a:lumMod val="164000"/>
              </a:schemeClr>
            </a:gs>
            <a:gs pos="52000">
              <a:schemeClr val="bg2">
                <a:shade val="96000"/>
                <a:satMod val="120000"/>
                <a:lumMod val="90000"/>
              </a:schemeClr>
            </a:gs>
            <a:gs pos="94000">
              <a:schemeClr val="bg2">
                <a:lumMod val="20000"/>
                <a:lumOff val="8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49959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Slice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Raphael Simon</dc:creator>
  <cp:lastModifiedBy>Raphael Simon</cp:lastModifiedBy>
  <cp:revision>3</cp:revision>
  <dcterms:created xsi:type="dcterms:W3CDTF">2026-02-20T17:27:10Z</dcterms:created>
  <dcterms:modified xsi:type="dcterms:W3CDTF">2026-02-20T20:14:25Z</dcterms:modified>
</cp:coreProperties>
</file>